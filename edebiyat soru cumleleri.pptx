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8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9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4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7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3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7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3/15/2022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3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75" r:id="rId5"/>
    <p:sldLayoutId id="2147483680" r:id="rId6"/>
    <p:sldLayoutId id="2147483676" r:id="rId7"/>
    <p:sldLayoutId id="2147483677" r:id="rId8"/>
    <p:sldLayoutId id="2147483678" r:id="rId9"/>
    <p:sldLayoutId id="2147483679" r:id="rId10"/>
    <p:sldLayoutId id="214748368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3" descr="3B işlemede sonsuz soru işaretleri">
            <a:extLst>
              <a:ext uri="{FF2B5EF4-FFF2-40B4-BE49-F238E27FC236}">
                <a16:creationId xmlns:a16="http://schemas.microsoft.com/office/drawing/2014/main" id="{A65B6344-AB98-AD95-AAE9-D7A4DE0C4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8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116E5A2-108E-473A-A861-4C333A65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tr-TR" dirty="0">
                <a:solidFill>
                  <a:srgbClr val="FFFFFF"/>
                </a:solidFill>
              </a:rPr>
              <a:t>Soru Cümleleri</a:t>
            </a:r>
          </a:p>
        </p:txBody>
      </p:sp>
      <p:cxnSp>
        <p:nvCxnSpPr>
          <p:cNvPr id="29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9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1D21A3-F7DC-4CCA-A110-EA32D94B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Soru cümlesi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85EDDE-6E4D-4472-8205-63182EC40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Soru anlamı taşıyan cümlelere soru cümlesi denir. Bu cümlelerin sonuna (-mı, -mi, -mısın, -misin) eklerinden biri getirilir.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oru cümlelerinde ''nasıl, neden, niçin'' gibi soru zarfları da kullanılabilir. 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>
                <a:solidFill>
                  <a:srgbClr val="000000"/>
                </a:solidFill>
                <a:latin typeface="Arial" panose="020B0604020202020204" pitchFamily="34" charset="0"/>
              </a:rPr>
              <a:t>Soru cümlelerinde </a:t>
            </a: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‘kaç, kaçıncı, hangi'' gibi soru sıfatları da kullanılabilir. </a:t>
            </a:r>
          </a:p>
        </p:txBody>
      </p:sp>
    </p:spTree>
    <p:extLst>
      <p:ext uri="{BB962C8B-B14F-4D97-AF65-F5344CB8AC3E}">
        <p14:creationId xmlns:p14="http://schemas.microsoft.com/office/powerpoint/2010/main" val="151222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C586DE-3C1B-45D3-9D76-F3319E5E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Soru Cümlesi örnekleri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174452-1F91-4DAB-A1FD-46CB7C215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tr-TR" dirty="0"/>
              <a:t>Senin annen öğretmen mi?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Odanı toplar mısın?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Benimle dışarı çıkar mısın?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Ödevini yaptın mı?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Bu kitapları okudun mu?</a:t>
            </a:r>
          </a:p>
        </p:txBody>
      </p:sp>
    </p:spTree>
    <p:extLst>
      <p:ext uri="{BB962C8B-B14F-4D97-AF65-F5344CB8AC3E}">
        <p14:creationId xmlns:p14="http://schemas.microsoft.com/office/powerpoint/2010/main" val="53026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9A5578-D08A-40CD-8CF7-F6B5F793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787872"/>
            <a:ext cx="10691265" cy="1371030"/>
          </a:xfrm>
        </p:spPr>
        <p:txBody>
          <a:bodyPr>
            <a:normAutofit/>
          </a:bodyPr>
          <a:lstStyle/>
          <a:p>
            <a:pPr fontAlgn="base"/>
            <a:r>
              <a:rPr lang="tr-TR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tr-TR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Soru Zarflarıyla Kurulan Soru Cümlesi Örnekleri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B30D8ED-2293-478F-A821-A61F253B7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3" y="2158902"/>
            <a:ext cx="10691265" cy="3911225"/>
          </a:xfrm>
        </p:spPr>
        <p:txBody>
          <a:bodyPr>
            <a:normAutofit fontScale="92500" lnSpcReduction="20000"/>
          </a:bodyPr>
          <a:lstStyle/>
          <a:p>
            <a:r>
              <a:rPr lang="tr-TR" dirty="0">
                <a:solidFill>
                  <a:srgbClr val="00B0F0"/>
                </a:solidFill>
              </a:rPr>
              <a:t>Neden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1-Neden ödevlerini yapmadın?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2-Neden bu kadar üzgünsün?</a:t>
            </a:r>
          </a:p>
          <a:p>
            <a:r>
              <a:rPr lang="tr-TR" dirty="0">
                <a:solidFill>
                  <a:srgbClr val="00B0F0"/>
                </a:solidFill>
              </a:rPr>
              <a:t>Nasıl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1-Buraya nasıl geldin?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2-Ödevini nasıl yaptın?</a:t>
            </a:r>
          </a:p>
          <a:p>
            <a:r>
              <a:rPr lang="tr-TR" dirty="0">
                <a:solidFill>
                  <a:srgbClr val="00B0F0"/>
                </a:solidFill>
              </a:rPr>
              <a:t>Niçin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1-</a:t>
            </a: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Dün akşam gönderdiğim mesaja niçin cevap yazmadın? </a:t>
            </a:r>
          </a:p>
          <a:p>
            <a:pPr marL="0" indent="0">
              <a:buNone/>
            </a:pP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2-Niçin her şeyi kenara bırakıp tekrar başlamıyoruz? </a:t>
            </a:r>
          </a:p>
          <a:p>
            <a:pPr marL="0" indent="0">
              <a:buNone/>
            </a:pPr>
            <a:endParaRPr lang="tr-T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33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733326-A6BB-4E32-9162-E33BB3A6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tr-TR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Soru SIFATLARIYLA Kurulan Soru Cümlesi Örnekleri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0F6D67E-7048-474E-9402-22A0BFD8B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Kaç/Kaçıncı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1-</a:t>
            </a:r>
            <a:r>
              <a:rPr lang="nb-NO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Yaz tatilinde kaç kitap okudun? </a:t>
            </a:r>
            <a:endParaRPr lang="tr-TR" dirty="0"/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2-</a:t>
            </a: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Kardeşin kaçıncı sınıfa gidiyor? </a:t>
            </a:r>
          </a:p>
          <a:p>
            <a:r>
              <a:rPr lang="tr-TR" dirty="0">
                <a:solidFill>
                  <a:srgbClr val="00B0F0"/>
                </a:solidFill>
              </a:rPr>
              <a:t>Hangi</a:t>
            </a: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1-Hangi kitabı okumak istiyorsun?</a:t>
            </a:r>
            <a:endParaRPr lang="tr-TR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tr-TR" dirty="0">
                <a:solidFill>
                  <a:srgbClr val="00B0F0"/>
                </a:solidFill>
              </a:rPr>
              <a:t>   </a:t>
            </a:r>
            <a:r>
              <a:rPr lang="tr-TR" dirty="0"/>
              <a:t>2-</a:t>
            </a: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Sınavda hangi soruları yanlış yaptın?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397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EED045-C699-4AB1-B63D-F1BE33B0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SÖZDE SORU CÜMLESİ NEDİR?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6E7211-F081-46E2-A43D-F5F74ABB4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tr-T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Sözde soru cümleleri biçim olarak gerçek soru cümlelerine benzemektedir. Ancak soru sormak ve bilgi almak amacı ile kullanılmazlar. Genellikle bir duygunun aktarılması amacı ile kullanılan cümlelerdir. 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tr-T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Sözde soru cümlelerinde bir cevap alma kaygısı bulunmaz. Genelde beğenme, rica, yalanlama, onaylama gibi anlamlar için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212052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86C7AB-30A5-41B5-9AF6-DE24E090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8786"/>
            <a:ext cx="10691265" cy="1371030"/>
          </a:xfrm>
        </p:spPr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SÖZDE SORU CÜMLESİ ÖRNEKLERİ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A550D9-7B6F-4F5F-A4E4-6D969108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tr-TR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yemeği kim yemez?</a:t>
            </a:r>
          </a:p>
          <a:p>
            <a:pPr marL="457200" indent="-457200">
              <a:buFont typeface="+mj-lt"/>
              <a:buAutoNum type="arabicPeriod"/>
            </a:pPr>
            <a:r>
              <a:rPr lang="tr-T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Hiç kedi sevilmez mi?</a:t>
            </a:r>
          </a:p>
          <a:p>
            <a:pPr marL="457200" indent="-457200">
              <a:buFont typeface="+mj-lt"/>
              <a:buAutoNum type="arabicPeriod"/>
            </a:pPr>
            <a:r>
              <a:rPr lang="tr-T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Önüne baksan kör müsün?</a:t>
            </a:r>
          </a:p>
          <a:p>
            <a:pPr marL="457200" indent="-457200">
              <a:buFont typeface="+mj-lt"/>
              <a:buAutoNum type="arabicPeriod"/>
            </a:pPr>
            <a:r>
              <a:rPr lang="tr-T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Bugün öğretmen gelir mi ki?  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tr-T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Nerde o günler?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1677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413224"/>
      </a:dk2>
      <a:lt2>
        <a:srgbClr val="E8E2E7"/>
      </a:lt2>
      <a:accent1>
        <a:srgbClr val="48B758"/>
      </a:accent1>
      <a:accent2>
        <a:srgbClr val="5BB13B"/>
      </a:accent2>
      <a:accent3>
        <a:srgbClr val="8BAC44"/>
      </a:accent3>
      <a:accent4>
        <a:srgbClr val="AFA33A"/>
      </a:accent4>
      <a:accent5>
        <a:srgbClr val="C3864D"/>
      </a:accent5>
      <a:accent6>
        <a:srgbClr val="B1423B"/>
      </a:accent6>
      <a:hlink>
        <a:srgbClr val="A27C36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261</Words>
  <Application>Microsoft Office PowerPoint</Application>
  <PresentationFormat>Geniş ekran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Soru Cümleleri</vt:lpstr>
      <vt:lpstr>Soru cümlesi nedir?</vt:lpstr>
      <vt:lpstr>Soru Cümlesi örnekleri</vt:lpstr>
      <vt:lpstr> Soru Zarflarıyla Kurulan Soru Cümlesi Örnekleri</vt:lpstr>
      <vt:lpstr> Soru SIFATLARIYLA Kurulan Soru Cümlesi Örnekleri</vt:lpstr>
      <vt:lpstr>SÖZDE SORU CÜMLESİ NEDİR?</vt:lpstr>
      <vt:lpstr>SÖZDE SORU CÜMLESİ ÖRNEKLERİ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Soru Cümleleri</dc:title>
  <dc:creator>kadir mert yıldız</dc:creator>
  <cp:lastModifiedBy>kadir mert yıldız</cp:lastModifiedBy>
  <cp:revision>1</cp:revision>
  <dcterms:created xsi:type="dcterms:W3CDTF">2022-03-15T16:44:42Z</dcterms:created>
  <dcterms:modified xsi:type="dcterms:W3CDTF">2022-03-15T17:44:51Z</dcterms:modified>
</cp:coreProperties>
</file>